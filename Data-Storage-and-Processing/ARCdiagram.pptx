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812D-F87D-A1E0-C005-229A9EEB0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6ABDA-1C55-96E8-7207-600828D0C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0B6D7-2E3B-5907-119C-8C36528B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D5038-521E-599D-C50F-265EDDCC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98746-A93E-BF75-9429-6E1F42440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69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C3A2-6437-AF94-3376-CDF76F1C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02D6-0C81-4430-1707-1B5C09B8C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03066-9874-CE99-B570-E4378953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D7C50-D4D7-9548-98E4-FBCA82E9B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8FA45-2BEA-3E72-AFF6-1DC3172F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744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9EFC-DFF1-39B7-4CDA-26A0A17CF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67213-85C4-5077-D28F-4C133D82E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5275-1450-730D-1CA8-3C5B80E4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CD670-1FC0-E015-D29A-83348D58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3805-3EB6-CF89-69F8-68B6EDEB1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719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C68C-8896-0319-6F2E-9E7D0FCD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38769-25F4-3880-E34C-971505291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0A2DD-CFA3-7EEF-FDDD-8A1CEA75E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C9587-E16D-AE56-CCB6-23CDBAB0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6B264-E48B-EA16-EB2D-68054C77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AE55D-C6DC-B02B-E6D7-745E269C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87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DFBA-4836-851E-532D-311BC998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113EE-56C6-D28B-468D-7B412D039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922E2-547E-4E4E-FCD5-3A48AAEEA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C5FD5-0275-AD1D-EA02-2A2E60187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3456B-29D1-0800-60EC-665163CFD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BCA01B-1762-2DF6-EA8C-2BEC2A968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B85B91-41BD-FF80-46CC-321A66BE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3D533-190A-6811-07F8-4BDA28E3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63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9EFF-6A09-A662-43E5-0B7C15EB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4FBC7-7C73-ACC9-6B23-6ADD0445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89FA9-0A9D-9C4E-29F8-D02C857FE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609D3-974E-A13B-BBED-B08556DE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865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70C5D-C519-11D9-3F8A-22E57C87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7D7C00-EE66-43DB-8BCC-E87B4741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06A35-291C-1148-F5FE-E1DE5017F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99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34CE-5E67-B78F-2A32-BB3ABA45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41766-199D-8657-6CF7-0891D99D7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3A1FF-1670-1562-9EDD-1C8820099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67279-9360-BF85-8B53-839E236F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41634-0339-A107-5A2F-5379735A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EE148-A96F-FA4D-D55C-CDA7747B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532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2157-50B4-9F6F-D487-5B2BD5EE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13D79-E5D5-8882-F666-24FFA39621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F2F55-F33D-20E8-9886-E066D2870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76B84-A3C1-DBB3-7FAE-8EA875C5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61AE0-3ED9-A66F-205B-A6A66BB4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E2526-5621-5FB7-C0A1-DAFF76E9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38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DA1C-78EE-A734-4A08-4AF5C3344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93E4F-EB59-DCF8-BA15-EC14D73AA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3B272-26C9-00C5-6E72-2FF58A13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9C89E-BE7E-C3D9-348C-320D0685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DFAA0-881D-11E0-B226-2613ED39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58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54AF6-FBD1-6579-ECE1-3668F59E1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BC5009-27FF-2589-2C5B-FF5B060E9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5C819-C839-4939-014A-AC36D644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999E4-45D8-63E8-E336-4E6E9F84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ABDFD-5ED2-18FA-1503-70D12FD0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03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CF7FA-3321-9868-1202-22C4EBF5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AA8F3-9AFA-BF0E-A176-A9D4ED7F4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43296-D7D5-C0E1-48D0-39106A1195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03611-7630-47DF-A0D1-795C597AC579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7739D-5D5B-A480-D3F0-748CA55FB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53F8A-0B57-FA63-4E67-0D8E49785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F6C25-6380-4D1A-9B88-D3F91F9CD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46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uter Icon Pc Symbol Flat Vector Stock Vector (Royalty Free) 260216855 | Shutterstock">
            <a:extLst>
              <a:ext uri="{FF2B5EF4-FFF2-40B4-BE49-F238E27FC236}">
                <a16:creationId xmlns:a16="http://schemas.microsoft.com/office/drawing/2014/main" id="{9E639708-279B-F8C0-AFAF-12EDC1C0EC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4" t="23966" r="11845" b="25310"/>
          <a:stretch/>
        </p:blipFill>
        <p:spPr bwMode="auto">
          <a:xfrm>
            <a:off x="1225498" y="2774831"/>
            <a:ext cx="1906438" cy="1383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rd Disk Icon Black: Over 7,779 Royalty-Free Licensable Stock  Illustrations &amp; Drawings | Shutterstock">
            <a:extLst>
              <a:ext uri="{FF2B5EF4-FFF2-40B4-BE49-F238E27FC236}">
                <a16:creationId xmlns:a16="http://schemas.microsoft.com/office/drawing/2014/main" id="{DBA16713-894E-473C-93D1-A49A58EC5B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8"/>
          <a:stretch/>
        </p:blipFill>
        <p:spPr bwMode="auto">
          <a:xfrm>
            <a:off x="3924033" y="4450911"/>
            <a:ext cx="1057170" cy="110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ard Disk Icon Black: Over 7,779 Royalty-Free Licensable Stock  Illustrations &amp; Drawings | Shutterstock">
            <a:extLst>
              <a:ext uri="{FF2B5EF4-FFF2-40B4-BE49-F238E27FC236}">
                <a16:creationId xmlns:a16="http://schemas.microsoft.com/office/drawing/2014/main" id="{B6E4686A-6038-B882-7FD5-9354CA39F2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8"/>
          <a:stretch/>
        </p:blipFill>
        <p:spPr bwMode="auto">
          <a:xfrm>
            <a:off x="6490783" y="4450912"/>
            <a:ext cx="1057170" cy="110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 Vectors | CPU and GPU icon set blue">
            <a:extLst>
              <a:ext uri="{FF2B5EF4-FFF2-40B4-BE49-F238E27FC236}">
                <a16:creationId xmlns:a16="http://schemas.microsoft.com/office/drawing/2014/main" id="{013E3536-2A4C-C3D5-7B5D-FB14B38929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051"/>
          <a:stretch/>
        </p:blipFill>
        <p:spPr bwMode="auto">
          <a:xfrm>
            <a:off x="7327671" y="1880256"/>
            <a:ext cx="1634985" cy="81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Free Vectors | CPU and GPU icon set blue">
            <a:extLst>
              <a:ext uri="{FF2B5EF4-FFF2-40B4-BE49-F238E27FC236}">
                <a16:creationId xmlns:a16="http://schemas.microsoft.com/office/drawing/2014/main" id="{5F79C37B-57E6-A815-7672-A171940D39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85"/>
          <a:stretch/>
        </p:blipFill>
        <p:spPr bwMode="auto">
          <a:xfrm>
            <a:off x="6354787" y="1880256"/>
            <a:ext cx="841157" cy="81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Vectors | CPU and GPU icon set blue">
            <a:extLst>
              <a:ext uri="{FF2B5EF4-FFF2-40B4-BE49-F238E27FC236}">
                <a16:creationId xmlns:a16="http://schemas.microsoft.com/office/drawing/2014/main" id="{FCA438C9-4CDF-F61B-19F0-B36C07FC3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85"/>
          <a:stretch/>
        </p:blipFill>
        <p:spPr bwMode="auto">
          <a:xfrm>
            <a:off x="5269767" y="1880256"/>
            <a:ext cx="841157" cy="81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FE822A-2CED-215E-565F-4BEA247F447E}"/>
              </a:ext>
            </a:extLst>
          </p:cNvPr>
          <p:cNvSpPr/>
          <p:nvPr/>
        </p:nvSpPr>
        <p:spPr>
          <a:xfrm>
            <a:off x="5141342" y="1777042"/>
            <a:ext cx="1040920" cy="1000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8B003-F984-A784-1AC0-3CCDDC8AA0B3}"/>
              </a:ext>
            </a:extLst>
          </p:cNvPr>
          <p:cNvSpPr/>
          <p:nvPr/>
        </p:nvSpPr>
        <p:spPr>
          <a:xfrm>
            <a:off x="6253604" y="1774167"/>
            <a:ext cx="1040920" cy="1000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82FCA2-155B-0BFB-E952-5223D64A15BF}"/>
              </a:ext>
            </a:extLst>
          </p:cNvPr>
          <p:cNvSpPr/>
          <p:nvPr/>
        </p:nvSpPr>
        <p:spPr>
          <a:xfrm>
            <a:off x="7354910" y="1779921"/>
            <a:ext cx="1634984" cy="1000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5B902F-F298-000A-90F3-7DEA0F3A1D51}"/>
              </a:ext>
            </a:extLst>
          </p:cNvPr>
          <p:cNvCxnSpPr>
            <a:cxnSpLocks/>
          </p:cNvCxnSpPr>
          <p:nvPr/>
        </p:nvCxnSpPr>
        <p:spPr>
          <a:xfrm>
            <a:off x="1992702" y="2264284"/>
            <a:ext cx="2988501" cy="10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F0A7EA-07FD-E414-C9C5-A2B92FC37FF5}"/>
              </a:ext>
            </a:extLst>
          </p:cNvPr>
          <p:cNvCxnSpPr/>
          <p:nvPr/>
        </p:nvCxnSpPr>
        <p:spPr>
          <a:xfrm>
            <a:off x="2001328" y="2257247"/>
            <a:ext cx="0" cy="4255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AA2A64-D2E4-A678-3D02-FC44B56E48D7}"/>
              </a:ext>
            </a:extLst>
          </p:cNvPr>
          <p:cNvSpPr txBox="1"/>
          <p:nvPr/>
        </p:nvSpPr>
        <p:spPr>
          <a:xfrm>
            <a:off x="2852683" y="1902107"/>
            <a:ext cx="1176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 err="1"/>
              <a:t>NoMachine</a:t>
            </a:r>
            <a:endParaRPr lang="en-GB" sz="1200" dirty="0"/>
          </a:p>
          <a:p>
            <a:pPr algn="ctr"/>
            <a:endParaRPr lang="en-GB" sz="1200" dirty="0"/>
          </a:p>
          <a:p>
            <a:pPr algn="ctr"/>
            <a:r>
              <a:rPr lang="en-GB" sz="1200" dirty="0"/>
              <a:t>nx.arc.ox.ac.uk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AB768-836C-2B31-B0E1-DDDBDD900FBE}"/>
              </a:ext>
            </a:extLst>
          </p:cNvPr>
          <p:cNvSpPr txBox="1"/>
          <p:nvPr/>
        </p:nvSpPr>
        <p:spPr>
          <a:xfrm>
            <a:off x="5188736" y="2778703"/>
            <a:ext cx="921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Entry Node</a:t>
            </a:r>
          </a:p>
          <a:p>
            <a:pPr algn="ctr"/>
            <a:endParaRPr lang="en-GB" sz="1200" dirty="0"/>
          </a:p>
          <a:p>
            <a:pPr algn="ctr"/>
            <a:r>
              <a:rPr lang="en-GB" sz="1200" b="1" dirty="0" err="1"/>
              <a:t>nx</a:t>
            </a:r>
            <a:r>
              <a:rPr lang="en-GB" sz="1200" b="1" dirty="0"/>
              <a:t>-XXXX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FB6EB-1786-F72B-7D81-B3A4D638215B}"/>
              </a:ext>
            </a:extLst>
          </p:cNvPr>
          <p:cNvSpPr txBox="1"/>
          <p:nvPr/>
        </p:nvSpPr>
        <p:spPr>
          <a:xfrm>
            <a:off x="6282212" y="2774581"/>
            <a:ext cx="995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Throughput</a:t>
            </a:r>
          </a:p>
          <a:p>
            <a:pPr algn="ctr"/>
            <a:r>
              <a:rPr lang="en-GB" sz="1200" dirty="0"/>
              <a:t>Cluster</a:t>
            </a:r>
          </a:p>
          <a:p>
            <a:pPr algn="ctr"/>
            <a:r>
              <a:rPr lang="en-GB" sz="1200" b="1" dirty="0" err="1"/>
              <a:t>htc-loginXX</a:t>
            </a:r>
            <a:endParaRPr lang="en-GB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C34EF4-8FC8-F6BE-D341-DC02BF7A4565}"/>
              </a:ext>
            </a:extLst>
          </p:cNvPr>
          <p:cNvSpPr txBox="1"/>
          <p:nvPr/>
        </p:nvSpPr>
        <p:spPr>
          <a:xfrm>
            <a:off x="7664483" y="2781870"/>
            <a:ext cx="926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Computing</a:t>
            </a:r>
          </a:p>
          <a:p>
            <a:pPr algn="ctr"/>
            <a:r>
              <a:rPr lang="en-GB" sz="1200" dirty="0"/>
              <a:t>Nodes</a:t>
            </a:r>
          </a:p>
          <a:p>
            <a:pPr algn="ctr"/>
            <a:r>
              <a:rPr lang="en-GB" sz="1200" b="1" dirty="0" err="1"/>
              <a:t>htc</a:t>
            </a:r>
            <a:r>
              <a:rPr lang="en-GB" sz="1200" b="1" dirty="0"/>
              <a:t>-XXXX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EA50E5-CE29-816F-2425-54EAF7D88ACB}"/>
              </a:ext>
            </a:extLst>
          </p:cNvPr>
          <p:cNvSpPr txBox="1"/>
          <p:nvPr/>
        </p:nvSpPr>
        <p:spPr>
          <a:xfrm>
            <a:off x="3335305" y="4078269"/>
            <a:ext cx="228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Research File System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50BF24-B29A-D1D5-C68E-A729EF4CB924}"/>
              </a:ext>
            </a:extLst>
          </p:cNvPr>
          <p:cNvSpPr txBox="1"/>
          <p:nvPr/>
        </p:nvSpPr>
        <p:spPr>
          <a:xfrm>
            <a:off x="5626134" y="1130090"/>
            <a:ext cx="3130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Advance Research Computing (ARC)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DAA825-7CD5-633C-3AC4-D4589E7F431F}"/>
              </a:ext>
            </a:extLst>
          </p:cNvPr>
          <p:cNvSpPr txBox="1"/>
          <p:nvPr/>
        </p:nvSpPr>
        <p:spPr>
          <a:xfrm>
            <a:off x="7664483" y="4718033"/>
            <a:ext cx="17011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/>
              <a:t>$HOME (5GB/user)</a:t>
            </a:r>
          </a:p>
          <a:p>
            <a:r>
              <a:rPr lang="en-GB" sz="1100" dirty="0"/>
              <a:t>$DATA (5TB/group share)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1BFD58-658E-164B-C009-E6EEB9461F5B}"/>
              </a:ext>
            </a:extLst>
          </p:cNvPr>
          <p:cNvCxnSpPr>
            <a:cxnSpLocks/>
          </p:cNvCxnSpPr>
          <p:nvPr/>
        </p:nvCxnSpPr>
        <p:spPr>
          <a:xfrm>
            <a:off x="5177407" y="5063089"/>
            <a:ext cx="108502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F2B9A9C-DD37-1A03-057E-10C9B27DFE22}"/>
              </a:ext>
            </a:extLst>
          </p:cNvPr>
          <p:cNvSpPr txBox="1"/>
          <p:nvPr/>
        </p:nvSpPr>
        <p:spPr>
          <a:xfrm>
            <a:off x="5532232" y="4772107"/>
            <a:ext cx="4267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 err="1"/>
              <a:t>scp</a:t>
            </a:r>
            <a:endParaRPr lang="en-GB" sz="120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9E83A8F-830A-794A-80A6-909B7656805D}"/>
              </a:ext>
            </a:extLst>
          </p:cNvPr>
          <p:cNvCxnSpPr>
            <a:cxnSpLocks/>
          </p:cNvCxnSpPr>
          <p:nvPr/>
        </p:nvCxnSpPr>
        <p:spPr>
          <a:xfrm>
            <a:off x="2004289" y="4126284"/>
            <a:ext cx="0" cy="950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66422C9-E589-2E43-C098-AD0A5FC059F8}"/>
              </a:ext>
            </a:extLst>
          </p:cNvPr>
          <p:cNvCxnSpPr>
            <a:cxnSpLocks/>
          </p:cNvCxnSpPr>
          <p:nvPr/>
        </p:nvCxnSpPr>
        <p:spPr>
          <a:xfrm>
            <a:off x="1992092" y="5089232"/>
            <a:ext cx="17116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7204CF4-41FB-E6CD-100F-4961C5DDBDA4}"/>
              </a:ext>
            </a:extLst>
          </p:cNvPr>
          <p:cNvSpPr txBox="1"/>
          <p:nvPr/>
        </p:nvSpPr>
        <p:spPr>
          <a:xfrm>
            <a:off x="2387113" y="4781576"/>
            <a:ext cx="8098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 err="1"/>
              <a:t>smb</a:t>
            </a:r>
            <a:r>
              <a:rPr lang="en-GB" sz="1200" dirty="0"/>
              <a:t> map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B3B7F6-3733-08B0-E4E4-2D7121D29705}"/>
              </a:ext>
            </a:extLst>
          </p:cNvPr>
          <p:cNvSpPr txBox="1"/>
          <p:nvPr/>
        </p:nvSpPr>
        <p:spPr>
          <a:xfrm>
            <a:off x="1543768" y="3064938"/>
            <a:ext cx="747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PC/MAC</a:t>
            </a:r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C1F2C590-DAB1-A7DA-C68B-DD08027C0210}"/>
              </a:ext>
            </a:extLst>
          </p:cNvPr>
          <p:cNvSpPr/>
          <p:nvPr/>
        </p:nvSpPr>
        <p:spPr>
          <a:xfrm>
            <a:off x="6885794" y="3683678"/>
            <a:ext cx="275156" cy="537502"/>
          </a:xfrm>
          <a:prstGeom prst="up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E74BA5-414A-1024-704E-91A5BEB92F7A}"/>
              </a:ext>
            </a:extLst>
          </p:cNvPr>
          <p:cNvSpPr txBox="1"/>
          <p:nvPr/>
        </p:nvSpPr>
        <p:spPr>
          <a:xfrm>
            <a:off x="5648594" y="1439544"/>
            <a:ext cx="12290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ssh –X </a:t>
            </a:r>
            <a:r>
              <a:rPr lang="en-GB" sz="1200" dirty="0" err="1"/>
              <a:t>htc</a:t>
            </a:r>
            <a:r>
              <a:rPr lang="en-GB" sz="1200" dirty="0"/>
              <a:t>-login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682900-B217-BBA3-A7EA-786BF0279DBD}"/>
              </a:ext>
            </a:extLst>
          </p:cNvPr>
          <p:cNvSpPr txBox="1"/>
          <p:nvPr/>
        </p:nvSpPr>
        <p:spPr>
          <a:xfrm>
            <a:off x="7059604" y="1427184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 err="1"/>
              <a:t>srun</a:t>
            </a:r>
            <a:r>
              <a:rPr lang="en-GB" sz="1200" dirty="0"/>
              <a:t> 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33AD5-6BC7-0CC8-BC18-0602FA68A7F6}"/>
              </a:ext>
            </a:extLst>
          </p:cNvPr>
          <p:cNvCxnSpPr/>
          <p:nvPr/>
        </p:nvCxnSpPr>
        <p:spPr>
          <a:xfrm>
            <a:off x="5958952" y="1704183"/>
            <a:ext cx="5318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DEC3EA7-97F3-CAF8-4AC0-3DF482371518}"/>
              </a:ext>
            </a:extLst>
          </p:cNvPr>
          <p:cNvCxnSpPr/>
          <p:nvPr/>
        </p:nvCxnSpPr>
        <p:spPr>
          <a:xfrm>
            <a:off x="7071938" y="1708802"/>
            <a:ext cx="5318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31C92EE-1100-486E-6A04-5723CD5186F1}"/>
              </a:ext>
            </a:extLst>
          </p:cNvPr>
          <p:cNvSpPr txBox="1"/>
          <p:nvPr/>
        </p:nvSpPr>
        <p:spPr>
          <a:xfrm>
            <a:off x="4172717" y="4556175"/>
            <a:ext cx="504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RFS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C21DFC-F92B-296F-0F9A-E247CFF73C88}"/>
              </a:ext>
            </a:extLst>
          </p:cNvPr>
          <p:cNvSpPr txBox="1"/>
          <p:nvPr/>
        </p:nvSpPr>
        <p:spPr>
          <a:xfrm>
            <a:off x="6765594" y="4565411"/>
            <a:ext cx="504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ARC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5607E6-8EDC-7B6F-DAB7-2D25763EF827}"/>
              </a:ext>
            </a:extLst>
          </p:cNvPr>
          <p:cNvSpPr txBox="1"/>
          <p:nvPr/>
        </p:nvSpPr>
        <p:spPr>
          <a:xfrm>
            <a:off x="6398423" y="5515522"/>
            <a:ext cx="12197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(not backed up)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DA95B3-6DB5-FD07-0B24-D8B3C8605989}"/>
              </a:ext>
            </a:extLst>
          </p:cNvPr>
          <p:cNvSpPr txBox="1"/>
          <p:nvPr/>
        </p:nvSpPr>
        <p:spPr>
          <a:xfrm>
            <a:off x="3966183" y="5516705"/>
            <a:ext cx="9680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(backed up)</a:t>
            </a:r>
          </a:p>
        </p:txBody>
      </p:sp>
    </p:spTree>
    <p:extLst>
      <p:ext uri="{BB962C8B-B14F-4D97-AF65-F5344CB8AC3E}">
        <p14:creationId xmlns:p14="http://schemas.microsoft.com/office/powerpoint/2010/main" val="103079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Medical Sciences - Oxford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Jensen</dc:creator>
  <cp:lastModifiedBy>Ole Jensen</cp:lastModifiedBy>
  <cp:revision>1</cp:revision>
  <dcterms:created xsi:type="dcterms:W3CDTF">2026-05-14T08:41:13Z</dcterms:created>
  <dcterms:modified xsi:type="dcterms:W3CDTF">2026-05-14T08:41:31Z</dcterms:modified>
</cp:coreProperties>
</file>